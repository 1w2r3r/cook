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102" y="22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49D05-6128-4D0D-A32A-06A5E73B386C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9F42C-2DAE-424C-A4B8-3140182C3E9F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 dirty="0"/>
              <a:t>按一下以編輯標題</a:t>
            </a:r>
            <a:endParaRPr lang="zh-TW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按一下以編輯副標題</a:t>
            </a:r>
            <a:endParaRPr lang="zh-TW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lang="zh-TW" altLang="en-US"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TW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TW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</a:t>
            </a:r>
            <a:r>
              <a:rPr dirty="0">
                <a:sym typeface="+mn-ea"/>
              </a:rPr>
              <a:t>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TW" altLang="en-US" smtClean="0"/>
            </a:fld>
            <a:endParaRPr lang="zh-TW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TW" altLang="en-US" smtClean="0"/>
            </a:fld>
            <a:endParaRPr lang="zh-TW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dirty="0">
                <a:sym typeface="+mn-ea"/>
              </a:rPr>
              <a:t>按一下以編輯母片標題樣</a:t>
            </a:r>
            <a:r>
              <a:rPr lang="zh-TW" altLang="en-US" dirty="0"/>
              <a:t>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</a:t>
            </a:r>
            <a:r>
              <a:rPr dirty="0">
                <a:sym typeface="+mn-ea"/>
              </a:rPr>
              <a:t>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物件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按一下以編輯標題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TW" altLang="en-US" smtClean="0"/>
            </a:fld>
            <a:endParaRPr lang="zh-TW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/>
              <a:t>sdfsdfsdfsdfsdfsdfd</a:t>
            </a:r>
            <a:r>
              <a:rPr lang="en-US" altLang="zh-TW"/>
              <a:t>sdfsd</a:t>
            </a:r>
            <a:endParaRPr lang="en-US" altLang="zh-TW"/>
          </a:p>
        </p:txBody>
      </p:sp>
      <p:sp>
        <p:nvSpPr>
          <p:cNvPr id="7" name="标题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TW"/>
              <a:t>消费场所的发生大的大肆宣传</a:t>
            </a:r>
            <a:r>
              <a:rPr lang="en-US" altLang="zh-CN"/>
              <a:t>VS</a:t>
            </a:r>
            <a:r>
              <a:rPr lang="zh-CN" altLang="en-US"/>
              <a:t>对手的防守</a:t>
            </a:r>
            <a:r>
              <a:rPr lang="en-US" altLang="zh-CN"/>
              <a:t>sdfsdf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62.xml><?xml version="1.0" encoding="utf-8"?>
<p:tagLst xmlns:p="http://schemas.openxmlformats.org/presentationml/2006/main">
  <p:tag name="KSO_WM_TEMPLATE_THUMBS_INDEX" val="1、2、3、6、8、10、11、12、15"/>
  <p:tag name="KSO_WM_SLIDE_MODEL_TYPE" val="cover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WPS 演示</Application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PMingLiU</vt:lpstr>
      <vt:lpstr>Wingdings</vt:lpstr>
      <vt:lpstr>微软雅黑</vt:lpstr>
      <vt:lpstr>宋体</vt:lpstr>
      <vt:lpstr>Arial Unicode MS</vt:lpstr>
      <vt:lpstr>Office 佈景主題​​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培冉李</cp:lastModifiedBy>
  <cp:revision>288</cp:revision>
  <dcterms:created xsi:type="dcterms:W3CDTF">2018-07-25T09:21:00Z</dcterms:created>
  <dcterms:modified xsi:type="dcterms:W3CDTF">2026-04-03T10:52:26Z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3076-12.1.0.25242</vt:lpwstr>
  </property>
  <property fmtid="{D5CDD505-2E9C-101B-9397-08002B2CF9AE}" pid="3" name="ICV">
    <vt:lpwstr>6F3C156DCAD84B0E917457F316037A2B_11</vt:lpwstr>
  </property>
</Properties>
</file>